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3B"/>
    <a:srgbClr val="94A3B8"/>
    <a:srgbClr val="F7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46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30초: 프로젝트명, 이름, 학번, 한 줄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30초: 문제 배경, 데이터 규모, 예측 타깃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30초: 라이브 데모. 오류 시 이 화면으로 대체.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74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30초: 라이브 데모. 오류 시 이 화면으로 대체.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1분: Feature Importance → 현시즌 WAR가 압도적. Linear Regression이 최고 성능.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30초: 핵심 결론 3줄 + 한계 한 줄. 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KBO 타자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kern="0" spc="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 예측 플랫폼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20040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KBO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타자 데이터를 활용해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WAR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에 영향을 미치는 주요 타격 지표를 분석하고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,</a:t>
            </a:r>
          </a:p>
          <a:p>
            <a:pPr marL="0" indent="0" algn="l">
              <a:buNone/>
            </a:pP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이전 시즌 기록을 기반으로 다음 시즌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WAR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를 예측한다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en-US" sz="15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김명서  20242513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KBO엔 WAR 분석 서비스가 없다.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시즌 성적 → 다음 시즌 WAR 예측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97756"/>
            <a:ext cx="1420586" cy="836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9,731</a:t>
            </a:r>
            <a:r>
              <a:rPr lang="ko-KR" alt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행</a:t>
            </a:r>
            <a:endParaRPr lang="en-US" altLang="ko-KR" sz="2200" b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  <a:p>
            <a:pPr algn="ctr"/>
            <a:r>
              <a:rPr lang="en-US" altLang="ko-KR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r>
              <a:rPr lang="ko-KR" altLang="en-US" sz="22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열</a:t>
            </a:r>
          </a:p>
        </p:txBody>
      </p:sp>
      <p:sp>
        <p:nvSpPr>
          <p:cNvPr id="8" name="Shape 6"/>
          <p:cNvSpPr/>
          <p:nvPr/>
        </p:nvSpPr>
        <p:spPr>
          <a:xfrm>
            <a:off x="256032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1,836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선수 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44년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299661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수록</a:t>
            </a: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1200" dirty="0">
              <a:solidFill>
                <a:srgbClr val="94A3B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altLang="ko-K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1982–2025</a:t>
            </a:r>
            <a:r>
              <a:rPr lang="ko-KR" alt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시즌</a:t>
            </a: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8368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변수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데이터 출처</a:t>
            </a:r>
            <a:r>
              <a:rPr lang="en-US" altLang="ko-KR" sz="14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: KBO Player Dataset (1982-2025) — Kaggle (</a:t>
            </a:r>
            <a:r>
              <a:rPr lang="en-US" altLang="ko-KR" sz="1400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netsong</a:t>
            </a:r>
            <a:r>
              <a:rPr lang="en-US" altLang="ko-KR" sz="1400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43047D-FA8A-6A41-55DD-6B7743AFC8D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OPS(</a:t>
            </a:r>
            <a:r>
              <a:rPr lang="ko-KR" altLang="en-US"/>
              <a:t>출루율</a:t>
            </a:r>
            <a:r>
              <a:rPr lang="en-US" altLang="ko-KR"/>
              <a:t>+</a:t>
            </a:r>
            <a:r>
              <a:rPr lang="ko-KR" altLang="en-US"/>
              <a:t>장타율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100" b="1" kern="0" spc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altLang="ko-K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A494A-58BF-87EC-AF54-050E0E65547E}"/>
              </a:ext>
            </a:extLst>
          </p:cNvPr>
          <p:cNvSpPr txBox="1"/>
          <p:nvPr/>
        </p:nvSpPr>
        <p:spPr>
          <a:xfrm>
            <a:off x="1286691" y="347472"/>
            <a:ext cx="51728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</a:rPr>
              <a:t>홈런</a:t>
            </a:r>
            <a:r>
              <a:rPr lang="en-US" altLang="ko-KR" sz="2400" b="1" dirty="0">
                <a:solidFill>
                  <a:srgbClr val="1E293B"/>
                </a:solidFill>
              </a:rPr>
              <a:t>(0.572)</a:t>
            </a:r>
            <a:r>
              <a:rPr lang="ko-KR" altLang="en-US" sz="2400" b="1" dirty="0">
                <a:solidFill>
                  <a:srgbClr val="1E293B"/>
                </a:solidFill>
              </a:rPr>
              <a:t>보다 </a:t>
            </a:r>
            <a:r>
              <a:rPr lang="en-US" altLang="ko-KR" sz="2400" b="1" dirty="0">
                <a:solidFill>
                  <a:srgbClr val="1E293B"/>
                </a:solidFill>
              </a:rPr>
              <a:t>OPS(0.777)</a:t>
            </a:r>
            <a:r>
              <a:rPr lang="ko-KR" altLang="en-US" sz="2400" b="1" dirty="0">
                <a:solidFill>
                  <a:srgbClr val="1E293B"/>
                </a:solidFill>
              </a:rPr>
              <a:t>가 </a:t>
            </a:r>
            <a:r>
              <a:rPr lang="en-US" altLang="ko-KR" sz="2400" b="1" dirty="0">
                <a:solidFill>
                  <a:srgbClr val="1E293B"/>
                </a:solidFill>
              </a:rPr>
              <a:t>WAR</a:t>
            </a:r>
            <a:r>
              <a:rPr lang="ko-KR" altLang="en-US" sz="2400" b="1" dirty="0">
                <a:solidFill>
                  <a:srgbClr val="1E293B"/>
                </a:solidFill>
              </a:rPr>
              <a:t>과 더 강력하게 결합되어 있다</a:t>
            </a:r>
            <a:r>
              <a:rPr lang="en-US" altLang="ko-KR" sz="2400" b="1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6ADF6-68B3-C4D4-D3CE-0C667110E103}"/>
              </a:ext>
            </a:extLst>
          </p:cNvPr>
          <p:cNvSpPr txBox="1"/>
          <p:nvPr/>
        </p:nvSpPr>
        <p:spPr>
          <a:xfrm>
            <a:off x="7197634" y="905054"/>
            <a:ext cx="1544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포지션</a:t>
            </a:r>
            <a:r>
              <a:rPr lang="en-US" altLang="ko-KR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</a:t>
            </a:r>
            <a:r>
              <a:rPr lang="en-US" altLang="ko-KR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OPS↔WAR r = 0.777</a:t>
            </a:r>
            <a:endParaRPr lang="ko-KR" altLang="en-US" sz="1000" dirty="0"/>
          </a:p>
        </p:txBody>
      </p:sp>
      <p:pic>
        <p:nvPicPr>
          <p:cNvPr id="12" name="Image 0" descr="/home/claude/img_ops_hr_war.png">
            <a:extLst>
              <a:ext uri="{FF2B5EF4-FFF2-40B4-BE49-F238E27FC236}">
                <a16:creationId xmlns:a16="http://schemas.microsoft.com/office/drawing/2014/main" id="{7453F7A5-064B-DAA4-05C1-104D85B838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3831" y="1292896"/>
            <a:ext cx="7956338" cy="35134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245131C-FB2A-003B-D70A-3EA4535CDAC6}"/>
              </a:ext>
            </a:extLst>
          </p:cNvPr>
          <p:cNvSpPr txBox="1"/>
          <p:nvPr/>
        </p:nvSpPr>
        <p:spPr>
          <a:xfrm>
            <a:off x="653143" y="1983038"/>
            <a:ext cx="1169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OPS(</a:t>
            </a:r>
            <a:r>
              <a:rPr lang="ko-KR" altLang="en-US" sz="800" dirty="0" err="1">
                <a:solidFill>
                  <a:srgbClr val="FF0000"/>
                </a:solidFill>
              </a:rPr>
              <a:t>출루율</a:t>
            </a:r>
            <a:r>
              <a:rPr lang="en-US" altLang="ko-KR" sz="800" dirty="0">
                <a:solidFill>
                  <a:srgbClr val="FF0000"/>
                </a:solidFill>
              </a:rPr>
              <a:t>+</a:t>
            </a:r>
            <a:r>
              <a:rPr lang="ko-KR" altLang="en-US" sz="800" dirty="0" err="1">
                <a:solidFill>
                  <a:srgbClr val="FF0000"/>
                </a:solidFill>
              </a:rPr>
              <a:t>장타율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70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86692" y="210312"/>
            <a:ext cx="386660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성적 입력 </a:t>
            </a: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내년 WAR는?</a:t>
            </a:r>
            <a:endParaRPr 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DC44B7A-D97C-AFC3-E4D6-DF8A05888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96" y="732826"/>
            <a:ext cx="8438608" cy="4287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작년 WAR가 내년 WAR의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강한 예측 변수다.</a:t>
            </a:r>
            <a:endParaRPr lang="en-US" sz="2800" dirty="0"/>
          </a:p>
        </p:txBody>
      </p:sp>
      <p:pic>
        <p:nvPicPr>
          <p:cNvPr id="4" name="Image 0" descr="/home/claude/img_feature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828800"/>
            <a:ext cx="46634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673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· Random Forest</a:t>
            </a:r>
            <a:endParaRPr lang="en-US" sz="1000" dirty="0"/>
          </a:p>
        </p:txBody>
      </p:sp>
      <p:pic>
        <p:nvPicPr>
          <p:cNvPr id="6" name="Image 1" descr="/home/claude/img_scatter_l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03520" y="1828800"/>
            <a:ext cx="356616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0" y="3767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vs 예측 · Linear Regression  (R² = 0.292)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41605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187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4074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91840" y="41605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91840" y="4187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291840" y="44074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126480" y="41605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26480" y="4187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26480" y="44074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0.292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작년 성적이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최고의 예측 변수다.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wRC+  ↔  WAR  상관 0.849  —  타율보다 출루율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046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72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172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현시즌 WAR = Feature Importance 1위 (0.245)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675888"/>
            <a:ext cx="80467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31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831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 R² 0.292  ·  MAE 1.15 WAR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 ·  포지션 미반영  ·  테스트셋 n=56  ·  부상 정보 없음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302</Words>
  <Application>Microsoft Office PowerPoint</Application>
  <PresentationFormat>화면 슬라이드 쇼(16:9)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KBO 타자 WAR 분석 및 예측 플랫폼</dc:title>
  <dc:subject>PptxGenJS Presentation</dc:subject>
  <dc:creator>PptxGenJS</dc:creator>
  <cp:lastModifiedBy>102</cp:lastModifiedBy>
  <cp:revision>2</cp:revision>
  <dcterms:created xsi:type="dcterms:W3CDTF">2026-06-12T02:39:30Z</dcterms:created>
  <dcterms:modified xsi:type="dcterms:W3CDTF">2026-06-12T03:48:59Z</dcterms:modified>
</cp:coreProperties>
</file>