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시작: 프로젝트명, 이름, 학번 소개. '무슨 데이터로 무엇을 하는 앱'을 한 줄로 소개하세요. (30초)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출처, 크기, 예측 타깃 소개. 규정타석 필터 이유도 간단히 언급. (30초)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메시지: 출루율/OPS가 높은 선수 = WAR 높음. 포지션별 차이도 확인됨. (1분)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라이브 데모 진행. 오류 시 이 슬라이드 캡처로 자연스럽게 대체. (1분 30초)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현시즌 WAR가 예측에 가장 중요(0.245). Linear Regression이 R²=0.292로 최고. (1분)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한 줄, 한계 1개, 향후 과제 1개. (30초)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KBO 타자 WAR 분석 &amp; 예측 플랫폼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1982–2025 시즌 데이터로 학습한 다음 시즌 WAR 예측 서비스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356616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KBO 1982–2025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356616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학번/이름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20242513 김명서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356616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0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/ RF / XGBoost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문제 정의 &amp; 데이터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풀려는 문제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KBO는 WAR 분석 서비스가 제한적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팬이 선수 가치를 직관적으로 파악 어려움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예측: 현재 성적 → 다음 시즌 WAR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규모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D1B3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3624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9,731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3440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레코드 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29400" y="13258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3624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1,836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29400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 선수 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1031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396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2478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수록 기간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21031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1396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2,739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2478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규정타석(PA≥300)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예측 대상(Target):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303580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next_WAR  (다음 시즌 WAR)  |  입력 피처: 현재 시즌 타격 성적 21개 변수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WAR와 주요 지표 상관계수 (PA ≥ 300)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960120" cy="731520"/>
          </a:xfrm>
          <a:prstGeom prst="roundRect">
            <a:avLst>
              <a:gd name="adj" fmla="val 7500"/>
            </a:avLst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60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wRC+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439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0.849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463040" y="4133088"/>
            <a:ext cx="960120" cy="731520"/>
          </a:xfrm>
          <a:prstGeom prst="roundRect">
            <a:avLst>
              <a:gd name="adj" fmla="val 7500"/>
            </a:avLst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4160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44439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0.778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468880" y="4133088"/>
            <a:ext cx="960120" cy="731520"/>
          </a:xfrm>
          <a:prstGeom prst="roundRect">
            <a:avLst>
              <a:gd name="adj" fmla="val 7500"/>
            </a:avLst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160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68880" y="44439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474720" y="4133088"/>
            <a:ext cx="960120" cy="731520"/>
          </a:xfrm>
          <a:prstGeom prst="roundRect">
            <a:avLst>
              <a:gd name="adj" fmla="val 7500"/>
            </a:avLst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160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74720" y="44439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80560" y="4133088"/>
            <a:ext cx="960120" cy="731520"/>
          </a:xfrm>
          <a:prstGeom prst="roundRect">
            <a:avLst>
              <a:gd name="adj" fmla="val 7500"/>
            </a:avLst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4160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44439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0" y="4133088"/>
            <a:ext cx="960120" cy="73152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4160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0" y="44439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92240" y="4133088"/>
            <a:ext cx="960120" cy="73152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4160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44439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0.196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498080" y="4133088"/>
            <a:ext cx="960120" cy="731520"/>
          </a:xfrm>
          <a:prstGeom prst="roundRect">
            <a:avLst>
              <a:gd name="adj" fmla="val 7500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4160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98080" y="44439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-0.067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EDA · 시각화 발견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출루율(OBP)·OPS가 높은 타자일수록 WAR도 높다 — 타율보다 출루율이 더 중요</a:t>
            </a:r>
            <a:endParaRPr lang="en-US" sz="1300" dirty="0"/>
          </a:p>
        </p:txBody>
      </p:sp>
      <p:pic>
        <p:nvPicPr>
          <p:cNvPr id="6" name="Image 0" descr="/home/claude/img_ops_hr_w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841248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Streamlit 앱 2_시각화 페이지 — OPS/HR vs WAR 산점도 (PA ≥ 300)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데모 (라이브)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LIVE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06040" y="92354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백업 캡처: 김도영 2024시즌 — WAR 예측 결과 + 유사 선수 추천</a:t>
            </a:r>
            <a:endParaRPr lang="en-US" sz="1200" dirty="0"/>
          </a:p>
        </p:txBody>
      </p:sp>
      <p:pic>
        <p:nvPicPr>
          <p:cNvPr id="7" name="Image 0" descr="/home/claude/img_k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89888"/>
            <a:ext cx="8412480" cy="3520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입력값: 김도영 2024 시즌 성적  →  유사 선수 5명 추천 + 레이더 차트 비교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모델 · 특성 · 성능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(Random Forest)</a:t>
            </a:r>
            <a:endParaRPr lang="en-US" sz="1300" dirty="0"/>
          </a:p>
        </p:txBody>
      </p:sp>
      <p:pic>
        <p:nvPicPr>
          <p:cNvPr id="5" name="Image 0" descr="/home/claude/img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61872"/>
            <a:ext cx="438912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3776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vs 예측 WAR (Random Forest)</a:t>
            </a:r>
            <a:endParaRPr lang="en-US" sz="1300" dirty="0"/>
          </a:p>
        </p:txBody>
      </p:sp>
      <p:pic>
        <p:nvPicPr>
          <p:cNvPr id="7" name="Image 1" descr="/home/claude/img_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61872"/>
            <a:ext cx="3840480" cy="1920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3310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성능 비교 (테스트셋: 2023시즌 → 2024시즌, n=56)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11880"/>
          <a:ext cx="8412480" cy="123444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</a:tblGrid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 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 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↑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Linear Regression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결론 &amp; 한계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1E3A6E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주요 발견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현시즌 WAR가 다음 시즌 예측의 핵심 변수 (중요도 0.245)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출루율(OBP)이 타율(AVG)보다 WAR와 더 강한 상관 (0.767 vs 0.664)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wRC+는 WAR의 가장 강력한 단일 예측 지표 (r = 0.849)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Regression이 3 모델 중 최고 성능 (R² = 0.292)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1E3A6E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한계 &amp; 향후 과제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테스트셋이 56명으로 작아 평가 분산 큼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포지션 정보 미반영 (포지션별 WAR 기준 다름)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부상·이적 등 외부 요인 반영 불가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포지션 인코딩, 3년 가중 평균 피처 추가 예정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"작년 성적이 최고의 예측 변수다 — KBO 데이터로 입증"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KBO 타자 WAR 분석 및 예측 플랫폼</dc:title>
  <dc:subject>PptxGenJS Presentation</dc:subject>
  <dc:creator>PptxGenJS</dc:creator>
  <cp:lastModifiedBy>PptxGenJS</cp:lastModifiedBy>
  <cp:revision>1</cp:revision>
  <dcterms:created xsi:type="dcterms:W3CDTF">2026-06-12T02:27:52Z</dcterms:created>
  <dcterms:modified xsi:type="dcterms:W3CDTF">2026-06-12T02:27:52Z</dcterms:modified>
</cp:coreProperties>
</file>